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2D8"/>
    <a:srgbClr val="081C4D"/>
    <a:srgbClr val="4F71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>
        <p:scale>
          <a:sx n="129" d="100"/>
          <a:sy n="129" d="100"/>
        </p:scale>
        <p:origin x="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9FB6-5FEF-B569-FF5E-1B9C243C6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29F52-BC81-052B-BDD3-3F05E636B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76F8E-3E3B-F9B8-FE5E-4BE3AA005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816A-1724-D0A6-C05E-8BAC1D06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83585-5EB6-62D5-2035-90B9D1E5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870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4D014-8A0F-666F-50FD-CDA5E8C83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A0B4-5523-9074-35E0-E8665BC9F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1E32C-CEDF-0B29-DEFF-7083E74CD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ACA2E-B0CA-11EB-7347-A79B104F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2761A-FE14-BE80-7F5B-0A00D177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340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88E8-E837-6300-BE84-A55A1E15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C9291-E749-0678-37CD-C0CA5893D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19899-0DF1-AAEA-C1BF-611305720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6663A-9D94-AD6B-429A-C769D445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B929B-EDE1-3D7F-B8C3-3AC39CC1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37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FF1E-F992-E2B1-A31E-23C9D7673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6ED84-3B19-BD23-817C-432AF2F01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192DF-8E36-BED5-8C64-676B4B56C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3FC0F-D192-6F67-FD45-41FE7D45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66757-2D82-20FE-50D7-3FCEFFD6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9E48B-08E4-9F23-78AE-C1491B26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991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BC6E8-6546-6D11-D138-3F14F646F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9AF22-5FF0-90ED-90E6-AA4C2BEFF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7EED1-03F1-C187-9645-E1337A315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5CAE3-4384-4392-BFDA-8710423D7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1EA55-FB9D-B205-C5F0-A00DBFC07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F4234C-4E5C-53E9-447A-B894768E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9B0A5-6CD8-1D23-0EC1-08E52150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032D88-2497-2BD7-E12D-FF4AB519C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139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72E6-1270-C7D5-F33E-8A82190B1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5840C-6294-0DD1-247E-56A35977A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408ED-550E-6599-8344-4F16D0B91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4B488-142F-6F4D-A009-C02CA5E4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151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AB095E-27D1-EBD1-D357-3B12B31EB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B086E-509A-D6E1-2358-01E8D7E5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B53C1-2E7E-B0B2-10AE-12613959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54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0A1E5-1DFF-ACED-A82B-46BA96FA6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3161B-A89E-AB50-BB10-56DCCA8B9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C3F91-94E9-86CD-4662-216FAF3162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37B9-12A2-103D-9027-36067FED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81CF7-057B-84C1-3359-65314D98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EE3F7-AF75-9456-BDE2-F734CF1B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70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51CB-D473-EB5B-1D1F-06E0FBEEF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22FEEB-78A5-DF25-CA53-98ACB8F64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C0198-5AE7-9BA0-8EEB-32715E031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DBB9D-ED48-9996-22D2-3F557590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DC69A-02DF-47EB-393E-9B332963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79526-E9B5-8F45-6F2B-6A9F6C1B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50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04B5-71A1-6C8B-B393-24D81B8E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3F555-D4A5-0585-1C88-834827BC1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A9119-95A6-8258-5E8C-3BC99541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9904A-6425-7CBA-66A8-ECF4D1FD7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2930A-2AB0-4A1F-0C81-E72151F9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34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D6033F-F79C-B54F-1F6A-F0CEDCE20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706CA-5759-C696-0B60-D06E3A6DD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E7228-BDB5-A2B6-0229-0E547FCF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3F1DE-10CC-4C6A-BCBD-FCE86133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D0B32-1E39-0BB2-281A-8D4EF9D8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65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765D8C-E83C-A5BC-FD20-598DF3484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10F99-B309-12AC-E0EA-E6DB98BA6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8CDCB-714C-A1C4-3394-B1C6E4B33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754-C25E-4756-93F1-AB2572DD858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F482B-67D8-6167-4F5B-E4E54A288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8C605-1CC0-E7AF-206C-B1E8FF549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404E6-8407-432F-9BFD-55D3394D16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48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262C370-AF6D-D192-57B0-D936D784FB85}"/>
              </a:ext>
            </a:extLst>
          </p:cNvPr>
          <p:cNvSpPr/>
          <p:nvPr/>
        </p:nvSpPr>
        <p:spPr>
          <a:xfrm>
            <a:off x="915755" y="2866423"/>
            <a:ext cx="317576" cy="317576"/>
          </a:xfrm>
          <a:prstGeom prst="ellipse">
            <a:avLst/>
          </a:prstGeom>
          <a:solidFill>
            <a:srgbClr val="E5E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1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41AAF0-BF16-3069-3E6F-0BED0CFEA3A7}"/>
              </a:ext>
            </a:extLst>
          </p:cNvPr>
          <p:cNvSpPr/>
          <p:nvPr/>
        </p:nvSpPr>
        <p:spPr>
          <a:xfrm>
            <a:off x="915755" y="2212107"/>
            <a:ext cx="317576" cy="317576"/>
          </a:xfrm>
          <a:prstGeom prst="ellipse">
            <a:avLst/>
          </a:prstGeom>
          <a:solidFill>
            <a:srgbClr val="E5E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2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E50A51-3B82-5928-0C08-235736FDCDBF}"/>
              </a:ext>
            </a:extLst>
          </p:cNvPr>
          <p:cNvSpPr/>
          <p:nvPr/>
        </p:nvSpPr>
        <p:spPr>
          <a:xfrm>
            <a:off x="598179" y="1557791"/>
            <a:ext cx="317576" cy="317576"/>
          </a:xfrm>
          <a:prstGeom prst="ellipse">
            <a:avLst/>
          </a:prstGeom>
          <a:solidFill>
            <a:srgbClr val="4F7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9A664D-01A9-3788-045E-F094E90703D2}"/>
              </a:ext>
            </a:extLst>
          </p:cNvPr>
          <p:cNvSpPr/>
          <p:nvPr/>
        </p:nvSpPr>
        <p:spPr>
          <a:xfrm>
            <a:off x="598179" y="903475"/>
            <a:ext cx="317576" cy="317576"/>
          </a:xfrm>
          <a:prstGeom prst="ellipse">
            <a:avLst/>
          </a:prstGeom>
          <a:solidFill>
            <a:srgbClr val="4F7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708186-FFE7-81FD-AAB7-E0AF2D17BA31}"/>
              </a:ext>
            </a:extLst>
          </p:cNvPr>
          <p:cNvSpPr/>
          <p:nvPr/>
        </p:nvSpPr>
        <p:spPr>
          <a:xfrm>
            <a:off x="1233331" y="1557791"/>
            <a:ext cx="317576" cy="317576"/>
          </a:xfrm>
          <a:prstGeom prst="ellipse">
            <a:avLst/>
          </a:prstGeom>
          <a:solidFill>
            <a:srgbClr val="081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7257AD-871E-60FA-5EF6-9D9DAB53C763}"/>
              </a:ext>
            </a:extLst>
          </p:cNvPr>
          <p:cNvCxnSpPr/>
          <p:nvPr/>
        </p:nvCxnSpPr>
        <p:spPr>
          <a:xfrm>
            <a:off x="756967" y="1282412"/>
            <a:ext cx="0" cy="207627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FCF0C9-1896-C3AA-20DB-E39F48D8359C}"/>
              </a:ext>
            </a:extLst>
          </p:cNvPr>
          <p:cNvCxnSpPr/>
          <p:nvPr/>
        </p:nvCxnSpPr>
        <p:spPr>
          <a:xfrm>
            <a:off x="1077347" y="2594239"/>
            <a:ext cx="0" cy="207627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32E037-B727-D5EC-E5B3-89D9CE0ECABB}"/>
              </a:ext>
            </a:extLst>
          </p:cNvPr>
          <p:cNvCxnSpPr>
            <a:cxnSpLocks/>
          </p:cNvCxnSpPr>
          <p:nvPr/>
        </p:nvCxnSpPr>
        <p:spPr>
          <a:xfrm>
            <a:off x="776534" y="1966114"/>
            <a:ext cx="139221" cy="245993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CAB109-145D-9FAF-1DA9-D742551B873E}"/>
              </a:ext>
            </a:extLst>
          </p:cNvPr>
          <p:cNvCxnSpPr>
            <a:cxnSpLocks/>
          </p:cNvCxnSpPr>
          <p:nvPr/>
        </p:nvCxnSpPr>
        <p:spPr>
          <a:xfrm flipH="1">
            <a:off x="1233331" y="1956531"/>
            <a:ext cx="139221" cy="255576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6884C6A0-2A8A-044D-D3F9-46D8C3ADA551}"/>
              </a:ext>
            </a:extLst>
          </p:cNvPr>
          <p:cNvSpPr/>
          <p:nvPr/>
        </p:nvSpPr>
        <p:spPr>
          <a:xfrm>
            <a:off x="7801076" y="2866423"/>
            <a:ext cx="317576" cy="317576"/>
          </a:xfrm>
          <a:prstGeom prst="ellipse">
            <a:avLst/>
          </a:prstGeom>
          <a:solidFill>
            <a:srgbClr val="E5E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1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8E8EE7F-5881-7771-4C4C-9B4B9FE60A7F}"/>
              </a:ext>
            </a:extLst>
          </p:cNvPr>
          <p:cNvSpPr/>
          <p:nvPr/>
        </p:nvSpPr>
        <p:spPr>
          <a:xfrm>
            <a:off x="7801076" y="2212107"/>
            <a:ext cx="317576" cy="317576"/>
          </a:xfrm>
          <a:prstGeom prst="ellipse">
            <a:avLst/>
          </a:prstGeom>
          <a:solidFill>
            <a:srgbClr val="E5E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2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331DD0F-AAE7-BDD5-3EBD-46798234EEBB}"/>
              </a:ext>
            </a:extLst>
          </p:cNvPr>
          <p:cNvSpPr/>
          <p:nvPr/>
        </p:nvSpPr>
        <p:spPr>
          <a:xfrm>
            <a:off x="7483500" y="1557791"/>
            <a:ext cx="317576" cy="317576"/>
          </a:xfrm>
          <a:prstGeom prst="ellipse">
            <a:avLst/>
          </a:prstGeom>
          <a:solidFill>
            <a:srgbClr val="4F7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EA2AB80-F9AE-E2E6-78AB-68E9FF1F9507}"/>
              </a:ext>
            </a:extLst>
          </p:cNvPr>
          <p:cNvSpPr/>
          <p:nvPr/>
        </p:nvSpPr>
        <p:spPr>
          <a:xfrm>
            <a:off x="7483500" y="903475"/>
            <a:ext cx="317576" cy="317576"/>
          </a:xfrm>
          <a:prstGeom prst="ellipse">
            <a:avLst/>
          </a:prstGeom>
          <a:solidFill>
            <a:srgbClr val="4F7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72839D1-DD1F-6FA4-1283-16B2BB7C00B6}"/>
              </a:ext>
            </a:extLst>
          </p:cNvPr>
          <p:cNvSpPr/>
          <p:nvPr/>
        </p:nvSpPr>
        <p:spPr>
          <a:xfrm>
            <a:off x="7483500" y="249159"/>
            <a:ext cx="317576" cy="317576"/>
          </a:xfrm>
          <a:prstGeom prst="ellipse">
            <a:avLst/>
          </a:prstGeom>
          <a:solidFill>
            <a:srgbClr val="081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A’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1D44C6C-6702-B61F-FA6E-78D32978DFD6}"/>
              </a:ext>
            </a:extLst>
          </p:cNvPr>
          <p:cNvCxnSpPr/>
          <p:nvPr/>
        </p:nvCxnSpPr>
        <p:spPr>
          <a:xfrm>
            <a:off x="7642288" y="1282412"/>
            <a:ext cx="0" cy="207627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5A71A3-D6E8-2745-B738-3593D12FFEFE}"/>
              </a:ext>
            </a:extLst>
          </p:cNvPr>
          <p:cNvCxnSpPr/>
          <p:nvPr/>
        </p:nvCxnSpPr>
        <p:spPr>
          <a:xfrm>
            <a:off x="7962668" y="2594239"/>
            <a:ext cx="0" cy="207627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02DC6B0-C262-BD29-619E-F919C1F83707}"/>
              </a:ext>
            </a:extLst>
          </p:cNvPr>
          <p:cNvCxnSpPr>
            <a:cxnSpLocks/>
          </p:cNvCxnSpPr>
          <p:nvPr/>
        </p:nvCxnSpPr>
        <p:spPr>
          <a:xfrm>
            <a:off x="7661855" y="1966114"/>
            <a:ext cx="139221" cy="245993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665DEC5-09E9-163A-7B08-D406896B1CC2}"/>
              </a:ext>
            </a:extLst>
          </p:cNvPr>
          <p:cNvCxnSpPr/>
          <p:nvPr/>
        </p:nvCxnSpPr>
        <p:spPr>
          <a:xfrm>
            <a:off x="7642288" y="630561"/>
            <a:ext cx="0" cy="207627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2FEADFBF-BB45-038A-02F0-5D28B9EA895C}"/>
              </a:ext>
            </a:extLst>
          </p:cNvPr>
          <p:cNvSpPr/>
          <p:nvPr/>
        </p:nvSpPr>
        <p:spPr>
          <a:xfrm>
            <a:off x="3267309" y="2866423"/>
            <a:ext cx="317576" cy="317576"/>
          </a:xfrm>
          <a:prstGeom prst="ellipse">
            <a:avLst/>
          </a:prstGeom>
          <a:solidFill>
            <a:srgbClr val="E5E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1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462FCBC-0145-AF4D-2F44-409D5C6CE2EF}"/>
              </a:ext>
            </a:extLst>
          </p:cNvPr>
          <p:cNvSpPr/>
          <p:nvPr/>
        </p:nvSpPr>
        <p:spPr>
          <a:xfrm>
            <a:off x="3267309" y="2212107"/>
            <a:ext cx="317576" cy="317576"/>
          </a:xfrm>
          <a:prstGeom prst="ellipse">
            <a:avLst/>
          </a:prstGeom>
          <a:solidFill>
            <a:srgbClr val="E5E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2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D5690B5-72DB-BC64-0412-1DD347CF3FF1}"/>
              </a:ext>
            </a:extLst>
          </p:cNvPr>
          <p:cNvSpPr/>
          <p:nvPr/>
        </p:nvSpPr>
        <p:spPr>
          <a:xfrm>
            <a:off x="2949733" y="903475"/>
            <a:ext cx="317576" cy="317576"/>
          </a:xfrm>
          <a:prstGeom prst="ellipse">
            <a:avLst/>
          </a:prstGeom>
          <a:solidFill>
            <a:srgbClr val="4F7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B’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2060A7D-F925-BAF4-D2E2-28D3AA6D9828}"/>
              </a:ext>
            </a:extLst>
          </p:cNvPr>
          <p:cNvSpPr/>
          <p:nvPr/>
        </p:nvSpPr>
        <p:spPr>
          <a:xfrm>
            <a:off x="2949733" y="1557791"/>
            <a:ext cx="317576" cy="317576"/>
          </a:xfrm>
          <a:prstGeom prst="ellipse">
            <a:avLst/>
          </a:prstGeom>
          <a:solidFill>
            <a:srgbClr val="081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3769295-A91E-5147-AFB0-CE3262038BB5}"/>
              </a:ext>
            </a:extLst>
          </p:cNvPr>
          <p:cNvCxnSpPr/>
          <p:nvPr/>
        </p:nvCxnSpPr>
        <p:spPr>
          <a:xfrm>
            <a:off x="3108521" y="1282412"/>
            <a:ext cx="0" cy="207627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070A00E-D4BE-929D-4548-0BC8F9BC4756}"/>
              </a:ext>
            </a:extLst>
          </p:cNvPr>
          <p:cNvCxnSpPr/>
          <p:nvPr/>
        </p:nvCxnSpPr>
        <p:spPr>
          <a:xfrm>
            <a:off x="3428901" y="2594239"/>
            <a:ext cx="0" cy="207627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5869850-5E0E-9E04-BF35-44AC3A38CA68}"/>
              </a:ext>
            </a:extLst>
          </p:cNvPr>
          <p:cNvCxnSpPr>
            <a:cxnSpLocks/>
          </p:cNvCxnSpPr>
          <p:nvPr/>
        </p:nvCxnSpPr>
        <p:spPr>
          <a:xfrm>
            <a:off x="3128088" y="1966114"/>
            <a:ext cx="139221" cy="245993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A6DAF924-3BBE-C2CC-928F-03359ADB89EC}"/>
              </a:ext>
            </a:extLst>
          </p:cNvPr>
          <p:cNvSpPr/>
          <p:nvPr/>
        </p:nvSpPr>
        <p:spPr>
          <a:xfrm>
            <a:off x="2949733" y="251247"/>
            <a:ext cx="317576" cy="317576"/>
          </a:xfrm>
          <a:prstGeom prst="ellipse">
            <a:avLst/>
          </a:prstGeom>
          <a:solidFill>
            <a:srgbClr val="4F7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B’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A43C5D-2DDC-1D5F-A7E6-00B90E76E9B9}"/>
              </a:ext>
            </a:extLst>
          </p:cNvPr>
          <p:cNvCxnSpPr/>
          <p:nvPr/>
        </p:nvCxnSpPr>
        <p:spPr>
          <a:xfrm>
            <a:off x="3108521" y="630184"/>
            <a:ext cx="0" cy="207627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576277C9-6E3B-0CB9-5EC1-2F8A013AE77C}"/>
              </a:ext>
            </a:extLst>
          </p:cNvPr>
          <p:cNvSpPr/>
          <p:nvPr/>
        </p:nvSpPr>
        <p:spPr>
          <a:xfrm>
            <a:off x="5427226" y="2866423"/>
            <a:ext cx="317576" cy="317576"/>
          </a:xfrm>
          <a:prstGeom prst="ellipse">
            <a:avLst/>
          </a:prstGeom>
          <a:solidFill>
            <a:srgbClr val="E5E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1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FB2045C-44EC-297A-C7C8-A20F907BB07D}"/>
              </a:ext>
            </a:extLst>
          </p:cNvPr>
          <p:cNvSpPr/>
          <p:nvPr/>
        </p:nvSpPr>
        <p:spPr>
          <a:xfrm>
            <a:off x="5427226" y="2212107"/>
            <a:ext cx="317576" cy="317576"/>
          </a:xfrm>
          <a:prstGeom prst="ellipse">
            <a:avLst/>
          </a:prstGeom>
          <a:solidFill>
            <a:srgbClr val="E5E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2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1E718B6-F8B3-12EB-D4E4-941B9BEFE99E}"/>
              </a:ext>
            </a:extLst>
          </p:cNvPr>
          <p:cNvSpPr/>
          <p:nvPr/>
        </p:nvSpPr>
        <p:spPr>
          <a:xfrm>
            <a:off x="5109650" y="1557791"/>
            <a:ext cx="317576" cy="317576"/>
          </a:xfrm>
          <a:prstGeom prst="ellipse">
            <a:avLst/>
          </a:prstGeom>
          <a:solidFill>
            <a:srgbClr val="4F7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3842C3B-0463-CE48-8BC4-D4297CFC00B4}"/>
              </a:ext>
            </a:extLst>
          </p:cNvPr>
          <p:cNvSpPr/>
          <p:nvPr/>
        </p:nvSpPr>
        <p:spPr>
          <a:xfrm>
            <a:off x="5109650" y="903475"/>
            <a:ext cx="317576" cy="317576"/>
          </a:xfrm>
          <a:prstGeom prst="ellipse">
            <a:avLst/>
          </a:prstGeom>
          <a:solidFill>
            <a:srgbClr val="4F7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EF36967-97E7-4923-59D6-0F26A7BE5812}"/>
              </a:ext>
            </a:extLst>
          </p:cNvPr>
          <p:cNvSpPr/>
          <p:nvPr/>
        </p:nvSpPr>
        <p:spPr>
          <a:xfrm>
            <a:off x="5744802" y="1557791"/>
            <a:ext cx="317576" cy="317576"/>
          </a:xfrm>
          <a:prstGeom prst="ellipse">
            <a:avLst/>
          </a:prstGeom>
          <a:solidFill>
            <a:srgbClr val="081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126E49D-F8DC-E6E1-F62F-6081AD488224}"/>
              </a:ext>
            </a:extLst>
          </p:cNvPr>
          <p:cNvCxnSpPr/>
          <p:nvPr/>
        </p:nvCxnSpPr>
        <p:spPr>
          <a:xfrm>
            <a:off x="5268438" y="1282412"/>
            <a:ext cx="0" cy="207627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B4FCE9B-DF8E-5B34-05AC-6E17FDE770F9}"/>
              </a:ext>
            </a:extLst>
          </p:cNvPr>
          <p:cNvCxnSpPr/>
          <p:nvPr/>
        </p:nvCxnSpPr>
        <p:spPr>
          <a:xfrm>
            <a:off x="5588818" y="2594239"/>
            <a:ext cx="0" cy="207627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654D81C-123D-F50E-2FB1-85A84C673C4E}"/>
              </a:ext>
            </a:extLst>
          </p:cNvPr>
          <p:cNvCxnSpPr>
            <a:cxnSpLocks/>
          </p:cNvCxnSpPr>
          <p:nvPr/>
        </p:nvCxnSpPr>
        <p:spPr>
          <a:xfrm>
            <a:off x="5288005" y="1966114"/>
            <a:ext cx="139221" cy="245993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C16A5AE-7B3E-6690-5EC7-6E9C6A4CAB11}"/>
              </a:ext>
            </a:extLst>
          </p:cNvPr>
          <p:cNvCxnSpPr>
            <a:cxnSpLocks/>
          </p:cNvCxnSpPr>
          <p:nvPr/>
        </p:nvCxnSpPr>
        <p:spPr>
          <a:xfrm flipH="1">
            <a:off x="5744802" y="1956531"/>
            <a:ext cx="139221" cy="255576"/>
          </a:xfrm>
          <a:prstGeom prst="line">
            <a:avLst/>
          </a:prstGeom>
          <a:ln w="19050">
            <a:solidFill>
              <a:srgbClr val="E5E2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856E5594-7AC5-06FC-AA51-5A6A08ED628D}"/>
              </a:ext>
            </a:extLst>
          </p:cNvPr>
          <p:cNvSpPr/>
          <p:nvPr/>
        </p:nvSpPr>
        <p:spPr>
          <a:xfrm>
            <a:off x="1875516" y="1490039"/>
            <a:ext cx="749607" cy="521066"/>
          </a:xfrm>
          <a:prstGeom prst="rightArrow">
            <a:avLst/>
          </a:prstGeom>
          <a:solidFill>
            <a:srgbClr val="E5E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252ABE0B-C928-7A25-719B-49D3BAFE96D6}"/>
              </a:ext>
            </a:extLst>
          </p:cNvPr>
          <p:cNvSpPr/>
          <p:nvPr/>
        </p:nvSpPr>
        <p:spPr>
          <a:xfrm>
            <a:off x="6399524" y="1456046"/>
            <a:ext cx="749607" cy="521066"/>
          </a:xfrm>
          <a:prstGeom prst="rightArrow">
            <a:avLst/>
          </a:prstGeom>
          <a:solidFill>
            <a:srgbClr val="E5E2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409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Tomas Petricek</dc:creator>
  <cp:lastModifiedBy>Tomas Petricek</cp:lastModifiedBy>
  <cp:revision>2</cp:revision>
  <dcterms:created xsi:type="dcterms:W3CDTF">2026-06-03T20:53:45Z</dcterms:created>
  <dcterms:modified xsi:type="dcterms:W3CDTF">2026-06-03T20:56:12Z</dcterms:modified>
</cp:coreProperties>
</file>